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E1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BF8F3"/>
                </a:solidFill>
                <a:latin typeface="Microsoft YaHei"/>
              </a:defRPr>
            </a:pPr>
            <a:r>
              <a:t>虞舍 · 数字苔藓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6F4E"/>
                </a:solidFill>
                <a:latin typeface="Microsoft YaHei"/>
              </a:defRPr>
            </a:pPr>
            <a:r>
              <a:t>个人独立博客 + 活的网页花园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9880"/>
                </a:solidFill>
                <a:latin typeface="Microsoft YaHei"/>
              </a:defRPr>
            </a:pPr>
            <a:r>
              <a:t>单文件全栈架构 · 自建部署 · AI 驱动的互动体验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18"/>
                </a:solidFill>
                <a:latin typeface="Microsoft YaHei"/>
              </a:defRPr>
            </a:pPr>
            <a:r>
              <a:t>实训第4组   王振光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2026年7月3日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项目全景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我们做了什么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18"/>
                </a:solidFill>
                <a:latin typeface="Microsoft YaHei"/>
              </a:defRPr>
            </a:pPr>
            <a:r>
              <a:t>📝 虞舍博客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111 篇原创文章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4 个分类 / 标签云 / RSS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搜索 / 归档 / 热榜 / 海报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18"/>
                </a:solidFill>
                <a:latin typeface="Microsoft YaHei"/>
              </a:defRPr>
            </a:pPr>
            <a:r>
              <a:t>🌿 数字苔藓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活的网页花园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6 种植物 / 四季 / 昼夜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浇水互动 / 萤火虫 / 蜗牛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18"/>
                </a:solidFill>
                <a:latin typeface="Microsoft YaHei"/>
              </a:defRPr>
            </a:pPr>
            <a:r>
              <a:t>🔧 后端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Python 单文件 HTTP Server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博客 CRUD + 评论 + RSS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花园状态 + 浇水端点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486400" cy="210312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18"/>
                </a:solidFill>
                <a:latin typeface="Microsoft YaHei"/>
              </a:defRPr>
            </a:pPr>
            <a:r>
              <a:t>🚀 自建部署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校内服务器 10.42.78.75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Nginx 反向代理</a:t>
            </a:r>
          </a:p>
          <a:p>
            <a:pPr>
              <a:spcAft>
                <a:spcPts val="400"/>
              </a:spcAft>
              <a:defRPr sz="1300">
                <a:solidFill>
                  <a:srgbClr val="A89880"/>
                </a:solidFill>
                <a:latin typeface="Microsoft YaHei"/>
              </a:defRPr>
            </a:pPr>
            <a:r>
              <a:t>Podman 容器化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无框架 · 零依赖 · 纯手写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48840"/>
            <a:ext cx="173736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HTML5 + CSS3 + Canvas 2D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单文件架构，零 JS 框架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响应式 + 暗黑模式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148840"/>
            <a:ext cx="173736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Python http.server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JSON 文件数据库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RESTful API 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148840"/>
            <a:ext cx="173736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校内 CentOS 服务器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Nginx 反向代理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Podman 容器 + SSH 运维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AI 集成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148840"/>
            <a:ext cx="173736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智谱 GLM-4V 视觉识别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Qwen-VL 场景分析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Depth Anything V2 深度图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虞舍博客架构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yushe-blog.html + wall_api.py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63040"/>
            <a:ext cx="7589520" cy="731520"/>
          </a:xfrm>
          <a:prstGeom prst="rect">
            <a:avLst/>
          </a:prstGeom>
          <a:solidFill>
            <a:srgbClr val="1E1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浏览器 (HTTPS)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468880"/>
            <a:ext cx="7589520" cy="73152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Nginx :80 → 反向代理 /api/ → :8089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474720"/>
            <a:ext cx="7589520" cy="73152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611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wall_api.py (Python HTTP Server :8089)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480560"/>
            <a:ext cx="7589520" cy="731520"/>
          </a:xfrm>
          <a:prstGeom prst="rect">
            <a:avLst/>
          </a:prstGeom>
          <a:solidFill>
            <a:srgbClr val="A89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4617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JSON 文件存储 (blog_articles.json)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🔍 全文搜索 / 标签筛选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📅 时间线归档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🔥 热门文章 TOP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⏳ 时间胶囊（定时发布）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🗺️ Canvas 鸟瞰图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🎨 文章海报生成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💬 评论系统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943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📡 RSS 订阅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943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🌙 暗黑模式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F8F3"/>
                </a:solidFill>
                <a:latin typeface="Microsoft YaHei"/>
              </a:defRPr>
            </a:pPr>
            <a:r>
              <a:t>数字苔藓 — 活的网页花园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moss.html  |  642 行 Canvas 2D  |  零依赖  |  程序化生成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2194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C42"/>
                </a:solidFill>
                <a:latin typeface="Microsoft YaHei"/>
              </a:defRPr>
            </a:pPr>
            <a:r>
              <a:t>🌓 昼夜循环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真实时间驱动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天空色温渐变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萤火虫夜间更亮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63040"/>
            <a:ext cx="3566160" cy="2194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C42"/>
                </a:solidFill>
                <a:latin typeface="Microsoft YaHei"/>
              </a:defRPr>
            </a:pPr>
            <a:r>
              <a:t>🌱 6 种植物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蕨 / 花 / 蘑菇 / 草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多肉 / 藤蔓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程序化绘制，每株不同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2194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C42"/>
                </a:solidFill>
                <a:latin typeface="Microsoft YaHei"/>
              </a:defRPr>
            </a:pPr>
            <a:r>
              <a:t>💧 浇水互动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点击/触摸浇水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粒子雨滴反馈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健康值 + 生长动画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3566160" cy="2194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C42"/>
                </a:solidFill>
                <a:latin typeface="Microsoft YaHei"/>
              </a:defRPr>
            </a:pPr>
            <a:r>
              <a:t>🍂 四季系统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春华 / 夏茂 / 秋实 / 冬雪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植物生长速度变化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天空 + 地面换季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931920"/>
            <a:ext cx="3566160" cy="2194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C42"/>
                </a:solidFill>
                <a:latin typeface="Microsoft YaHei"/>
              </a:defRPr>
            </a:pPr>
            <a:r>
              <a:t>🦋 活物生态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蜗牛爬行 + 黏液轨迹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蝴蝶随机飞动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萤火虫夜晚闪烁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3566160" cy="219456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8C42"/>
                </a:solidFill>
                <a:latin typeface="Microsoft YaHei"/>
              </a:defRPr>
            </a:pPr>
            <a:r>
              <a:t>📋 木牌语录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26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10 条轮播语录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双击晃落树叶</a:t>
            </a:r>
          </a:p>
          <a:p>
            <a:pPr>
              <a:spcAft>
                <a:spcPts val="400"/>
              </a:spcAft>
              <a:defRPr sz="1200">
                <a:solidFill>
                  <a:srgbClr val="A89880"/>
                </a:solidFill>
                <a:latin typeface="Microsoft YaHei"/>
              </a:defRPr>
            </a:pPr>
            <a:r>
              <a:t>25 秒自动切换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博客功能矩阵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111 篇文章 · 全功能单文件博客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内容管理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9184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Markdown 文章系统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4 个分类 (技术/生活/随笔/分享)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标签云 + 标签筛选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文章置顶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封面图支持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定时发布 / 时间胶囊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阅读体验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828800"/>
            <a:ext cx="329184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全文搜索 (/)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时间线归档视图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热门文章 TOP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Canvas 鸟瞰图 (可视化)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文章海报生成下载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暗黑模式切换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互动系统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1828800"/>
            <a:ext cx="3291840" cy="18288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文章评论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RSS 订阅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友链页面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随机阅读 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Ctrl+K 管理面板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代码块一键复制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后端 API 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wall_api.py — 单文件 Python HTTP Server (564 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GET /blog/articles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返回全部文章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394960" cy="77724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POST /blog/articles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发布文章 (管理员)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64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PUT /blog/articles/:id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更新文章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5394960" cy="77724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DELETE /blog/articles/:id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删除文章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120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85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POST /blog/articles/:id/comments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23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发表评论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13716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19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POST /blog/articles/:id/view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阅读计数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331720"/>
            <a:ext cx="5394960" cy="77724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19" y="2404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GET /blog/rss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19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RSS Feed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29184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19" y="3364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GET /garden/state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花园状态 (植物+季节)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251960"/>
            <a:ext cx="5394960" cy="77724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19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POST /garden/visit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19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访问播种 (新植物)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52120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5285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6F4E"/>
                </a:solidFill>
                <a:latin typeface="Microsoft YaHei"/>
              </a:defRPr>
            </a:pPr>
            <a:r>
              <a:t>POST /garden/water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19" y="5623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浇水 (含限流)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花园数据模型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garden.json — 植物生命周期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数据字段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id: 唯一标识 (时间戳+随机)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type: 植物类型 (fern/flower/mushroom/grass/succulent/vine/glowing)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x, y: 归一化坐标 (0~1)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size: 尺寸 (0.3~1.0)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health: 健康值 (0~100)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stage: 种子→嫩芽→成长→开花→枯萎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createdAt / lastWateredAt: 时间戳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• wateredBy[]: 浇水者列表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F4E"/>
                </a:solidFill>
                <a:latin typeface="Microsoft YaHei"/>
              </a:defRPr>
            </a:pPr>
            <a:r>
              <a:t>核心机制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访问播种: 每次访问自动生成 1 株新植物 (sessionStorage 去重)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浇水照料: 点击植物 → health+20 → 生长动画 → 粒子雨滴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自然衰减: -0.5 health/小时 → 枯萎 (灰度+透明)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季节影响: 春季花多、秋季蘑菇爆发、冬季减速+飘雪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稀有事件: 连续7天浇水 → 发光植物；秋季15%蘑菇爆发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容量控制: 上限 200 株，优先移除枯萎的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部署架构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校内服务器 10.42.78.75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371600"/>
            <a:ext cx="8503920" cy="640080"/>
          </a:xfrm>
          <a:prstGeom prst="rect">
            <a:avLst/>
          </a:prstGeom>
          <a:solidFill>
            <a:srgbClr val="1E1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81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用户浏览器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240280"/>
            <a:ext cx="8503920" cy="64008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3500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Nginx :80 (Podman 容器)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108960"/>
            <a:ext cx="8503920" cy="64008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2186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/ → yushe-blog.html    /moss → wall_api.py    /garden/ → wall_api.py    /moss-assets/ → wall_api.py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solidFill>
            <a:srgbClr val="7A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4087367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wall_api.py (:8089) — HTTP API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846320"/>
            <a:ext cx="8503920" cy="640080"/>
          </a:xfrm>
          <a:prstGeom prst="rect">
            <a:avLst/>
          </a:prstGeom>
          <a:solidFill>
            <a:srgbClr val="A89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9560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JSON 文件存储 (/opt/blog/data/)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部署命令:  scp → ssh kill → nohup python3 wall_api.py &amp;  |  nginx -s reload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F8F3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1430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0" cy="1143000"/>
          </a:xfrm>
          <a:prstGeom prst="rect">
            <a:avLst/>
          </a:prstGeom>
          <a:solidFill>
            <a:srgbClr val="6B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F8F3"/>
                </a:solidFill>
                <a:latin typeface="Microsoft YaHei"/>
              </a:defRPr>
            </a:pPr>
            <a:r>
              <a:t>活的页面 — 数字苔藓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网页不再是静态的——它会生长、枯萎、呼吸。每次访问改变花园生态，时间本身就是交互方式。这是对"网页"定义的重新想象。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11064240" cy="11430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640080" cy="1143000"/>
          </a:xfrm>
          <a:prstGeom prst="rect">
            <a:avLst/>
          </a:prstGeom>
          <a:solidFill>
            <a:srgbClr val="6B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F8F3"/>
                </a:solidFill>
                <a:latin typeface="Microsoft YaHei"/>
              </a:defRPr>
            </a:pPr>
            <a:r>
              <a:t>单文件全栈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博客 635 行 HTML，后端 564 行 Python，花园 642 行 Canvas。没有框架、没有构建工具、没有 npm install。极致简单，极致可控。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11064240" cy="11430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640080" cy="1143000"/>
          </a:xfrm>
          <a:prstGeom prst="rect">
            <a:avLst/>
          </a:prstGeom>
          <a:solidFill>
            <a:srgbClr val="6B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F8F3"/>
                </a:solidFill>
                <a:latin typeface="Microsoft YaHei"/>
              </a:defRPr>
            </a:pPr>
            <a:r>
              <a:t>程序化生成美学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262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6 种植物纯 Canvas 绘制，18 层渲染管线（天空→远山→土丘→雾→生物→植物→暗角），四季昼夜自然过渡，萤火虫/蜗牛/蝴蝶让花园有生命感。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1064240" cy="1143000"/>
          </a:xfrm>
          <a:prstGeom prst="rect">
            <a:avLst/>
          </a:prstGeom>
          <a:solidFill>
            <a:srgbClr val="2A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640080" cy="1143000"/>
          </a:xfrm>
          <a:prstGeom prst="rect">
            <a:avLst/>
          </a:prstGeom>
          <a:solidFill>
            <a:srgbClr val="6B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F8F3"/>
                </a:solidFill>
                <a:latin typeface="Microsoft YaHei"/>
              </a:defRPr>
            </a:pPr>
            <a:r>
              <a:t>AI 驱动的博客生态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521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智谱 GLM-4V 免费视觉识别，Qwen-VL 场景分析，Depth Anything V2 深度图——AI 不是噱头，是实际可用的功能模块。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为什么不用现成方案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我们的选择 vs 常规做法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常规做法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我们的做法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博客系统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WordPress / Halo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B18"/>
                </a:solidFill>
                <a:latin typeface="Microsoft YaHei"/>
              </a:defRPr>
            </a:pPr>
            <a:r>
              <a:t>手写单文件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6F4E"/>
                </a:solidFill>
                <a:latin typeface="Microsoft YaHei"/>
              </a:defRPr>
            </a:pPr>
            <a:r>
              <a:t>零维护，极快加载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Spring Boot /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B18"/>
                </a:solidFill>
                <a:latin typeface="Microsoft YaHei"/>
              </a:defRPr>
            </a:pPr>
            <a:r>
              <a:t>Python http.server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6F4E"/>
                </a:solidFill>
                <a:latin typeface="Microsoft YaHei"/>
              </a:defRPr>
            </a:pPr>
            <a:r>
              <a:t>564 行，部署无依赖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MySQL /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B18"/>
                </a:solidFill>
                <a:latin typeface="Microsoft YaHei"/>
              </a:defRPr>
            </a:pPr>
            <a:r>
              <a:t>JSON 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6F4E"/>
                </a:solidFill>
                <a:latin typeface="Microsoft YaHei"/>
              </a:defRPr>
            </a:pPr>
            <a:r>
              <a:t>零配置，备份=复制文件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花园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617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不存在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B18"/>
                </a:solidFill>
                <a:latin typeface="Microsoft YaHei"/>
              </a:defRPr>
            </a:pPr>
            <a:r>
              <a:t>Canvas 2D 程序化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6F4E"/>
                </a:solidFill>
                <a:latin typeface="Microsoft YaHei"/>
              </a:defRPr>
            </a:pPr>
            <a:r>
              <a:t>原创交互体验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React / Vue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B18"/>
                </a:solidFill>
                <a:latin typeface="Microsoft YaHei"/>
              </a:defRPr>
            </a:pPr>
            <a:r>
              <a:t>纯 HTML+CSS+JS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6F4E"/>
                </a:solidFill>
                <a:latin typeface="Microsoft YaHei"/>
              </a:defRPr>
            </a:pPr>
            <a:r>
              <a:t>0 依赖，1 个文件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6172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Docker + K8s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172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1B18"/>
                </a:solidFill>
                <a:latin typeface="Microsoft YaHei"/>
              </a:defRPr>
            </a:pPr>
            <a:r>
              <a:t>scp + nohup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172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6F4E"/>
                </a:solidFill>
                <a:latin typeface="Microsoft YaHei"/>
              </a:defRPr>
            </a:pPr>
            <a:r>
              <a:t>一行命令上线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B18"/>
                </a:solidFill>
                <a:latin typeface="Microsoft YaHei"/>
              </a:defRPr>
            </a:pPr>
            <a:r>
              <a:t>收获与反思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914400" cy="2286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9880"/>
                </a:solidFill>
                <a:latin typeface="Microsoft YaHei"/>
              </a:defRPr>
            </a:pPr>
            <a:r>
              <a:t>从零到上线的完整闭环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8988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6F4E"/>
                </a:solidFill>
                <a:latin typeface="Microsoft YaHei"/>
              </a:defRPr>
            </a:pPr>
            <a:r>
              <a:t>💡 技术成长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Python HTTP Server 从入门到生产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Canvas 2D 程序化渲染完整实践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Nginx 反向代理 + Podman 容器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无框架单文件架构的设计哲学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6F4E"/>
                </a:solidFill>
                <a:latin typeface="Microsoft YaHei"/>
              </a:defRPr>
            </a:pPr>
            <a:r>
              <a:t>🔧 工程能力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从 BRD → 设计 → 开发 → 部署 → 运维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Git 工作流 (feature branch + PR + push)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9689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SSH 远程部署 + 进程管理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JSON 数据存储的读写优化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6F4E"/>
                </a:solidFill>
                <a:latin typeface="Microsoft YaHei"/>
              </a:defRPr>
            </a:pPr>
            <a:r>
              <a:t>⚠️ 踩过的坑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jsdelivr CDN 国内阻塞 → vendor/ 本地副本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Firebase Auth 需走代理 → 端口直连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5721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GFW 阻断 GitHub → Clash 代理配置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41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Canvas 中文渲染模糊 → 缩放适配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6F4E"/>
                </a:solidFill>
                <a:latin typeface="Microsoft YaHei"/>
              </a:defRPr>
            </a:pPr>
            <a:r>
              <a:t>🎯 产品思维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不是"能用就行"，是"有人愿意用"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7316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博客 111 篇文章 + 花园互动 = 完整生态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5721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每次迭代都有明确交付物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41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9880"/>
                </a:solidFill>
                <a:latin typeface="Microsoft YaHei"/>
              </a:defRPr>
            </a:pPr>
            <a:r>
              <a:t>• 文档驱动：设计→计划→实现→部署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E1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572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F8F3"/>
                </a:solidFill>
                <a:latin typeface="Microsoft YaHei"/>
              </a:defRPr>
            </a:pPr>
            <a:r>
              <a:t>感谢聆听，请老师指正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6F4E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B18"/>
                </a:solidFill>
                <a:latin typeface="Microsoft YaHei"/>
              </a:defRPr>
            </a:pPr>
            <a:r>
              <a:t>虞舍 · 数字苔藓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9880"/>
                </a:solidFill>
                <a:latin typeface="Microsoft YaHei"/>
              </a:defRPr>
            </a:pPr>
            <a:r>
              <a:t>个人独立博客 + 活的网页花园  |  单文件全栈架构  |  自建部署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9880"/>
                </a:solidFill>
                <a:latin typeface="Microsoft YaHei"/>
              </a:defRPr>
            </a:pPr>
            <a:r>
              <a:t>实训第4组  ·  王振光  ·  2026年7月3日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6F4E"/>
                </a:solidFill>
                <a:latin typeface="Microsoft YaHei"/>
              </a:defRPr>
            </a:pPr>
            <a:r>
              <a:t>http://10.42.78.75  |  http://10.42.78.75/moss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