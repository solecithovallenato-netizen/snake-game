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政务数字门户平台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8A050"/>
                </a:solidFill>
                <a:latin typeface="Microsoft YaHei"/>
              </a:defRPr>
            </a:pPr>
            <a:r>
              <a:t>项目答辩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Microsoft YaHei"/>
              </a:defRPr>
            </a:pPr>
            <a:r>
              <a:t>基于鲲鹏ARM + FusionCompute + Docker 容器化的国产化解决方案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1A"/>
                </a:solidFill>
                <a:latin typeface="Microsoft YaHei"/>
              </a:defRPr>
            </a:pPr>
            <a:r>
              <a:t>小组：实训第4组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成员：王振光（PM+架构） 胡翰斌 刘永涛 王浩乐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日期：2026年7月3日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客户的痛点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54864" cy="8229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📄 技术文档分散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57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各部门文档格式不统一，检索困难，知识无法沉淀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43200"/>
            <a:ext cx="54864" cy="8229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43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🔒 信创合规压力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54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现有系统 x86 架构，不满足国产化要求，政策风险高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4864" cy="8229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🚀 交付效率低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新部门上线需要数周，手动部署环节多，容易出错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7759"/>
            <a:ext cx="54864" cy="8229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377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🛡️ 运维能力弱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没有监控、没有备份、没有审计，出问题才发现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我们要做什么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项目目标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Microsoft YaHei"/>
              </a:defRPr>
            </a:pPr>
            <a:r>
              <a:t>基于 鲲鹏ARM + FusionCompute + Docker 容器技术，搭建一套可复制的政务数字门户 POC 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606040"/>
            <a:ext cx="320040" cy="32004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1A"/>
                </a:solidFill>
                <a:latin typeface="Microsoft YaHei"/>
              </a:defRPr>
            </a:pPr>
            <a:r>
              <a:t>100% 国产化技术栈 — 从芯片到应用全链路自主可控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428999"/>
            <a:ext cx="320040" cy="32004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28999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8327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1A"/>
                </a:solidFill>
                <a:latin typeface="Microsoft YaHei"/>
              </a:defRPr>
            </a:pPr>
            <a:r>
              <a:t>容器化一键部署 — 单条命令启动，≤30 分钟从零到上线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251960"/>
            <a:ext cx="320040" cy="32004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519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1A"/>
                </a:solidFill>
                <a:latin typeface="Microsoft YaHei"/>
              </a:defRPr>
            </a:pPr>
            <a:r>
              <a:t>完整的运维体系 — 监控 + 备份 + 恢复 + 审计 + 快照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5074920"/>
            <a:ext cx="320040" cy="32004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0749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29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1A"/>
                </a:solidFill>
                <a:latin typeface="Microsoft YaHei"/>
              </a:defRPr>
            </a:pPr>
            <a:r>
              <a:t>可复用模板 — 支撑 10 个部门快速上线新站点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项目团队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实训第4组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项目经理+架构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王振光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总体负责、系统设计、文档答辩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017520"/>
            <a:ext cx="91440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基础设施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胡翰斌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46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FusionCompute VM、Docker 环境搭建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914400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应用开发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刘永涛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434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Halo 博客、Compose 编排、前后端联调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5394960"/>
            <a:ext cx="91440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运维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王浩乐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623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Nginx、监控、备份、一键部署脚本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技术架构全景图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⭐ 核心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463040"/>
            <a:ext cx="8229600" cy="64008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1600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用户浏览器 (HTTPS)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10312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286000"/>
            <a:ext cx="8229600" cy="640080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2423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Nginx — 反向代理 + SSL 终止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92608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3108960"/>
            <a:ext cx="8229600" cy="640080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246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Halo 博客     MySQL 8.0     Prometheus + 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7490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931920"/>
            <a:ext cx="8229600" cy="640080"/>
          </a:xfrm>
          <a:prstGeom prst="rect">
            <a:avLst/>
          </a:prstGeom>
          <a:solidFill>
            <a:srgbClr val="B8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40690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Docker CE 24.x — 容器引擎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4754880"/>
            <a:ext cx="8229600" cy="640080"/>
          </a:xfrm>
          <a:prstGeom prst="rect">
            <a:avLst/>
          </a:prstGeom>
          <a:solidFill>
            <a:srgbClr val="A8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48920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openEuler 22.03 LTS SP2 (ARM64 aarch64)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53949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5577840"/>
            <a:ext cx="8229600" cy="640080"/>
          </a:xfrm>
          <a:prstGeom prst="rect">
            <a:avLst/>
          </a:prstGeom>
          <a:solidFill>
            <a:srgbClr val="98A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0" y="5715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鲲鹏 TaiShan 200 + FusionCompute 8.x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自下而上：每一层都是国产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100% 国产化技术栈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🔥 亮点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芯片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463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鲲鹏 920 (ARM64)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463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华为自研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57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虚拟化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057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FusionCompute 8.x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57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华为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057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51460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操作系统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651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openEuler 22.03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华为开源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51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10896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容器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246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Docker CE 24.x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246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ARM64 官方支持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246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0332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博客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Halo v2.x (30K+ ⭐)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国产开源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29768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434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数据库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4434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MySQL 8.0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ARM64 官方支持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434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89204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代理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Nginx 1.24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ARM64 官方支持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48640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623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6666"/>
                </a:solidFill>
                <a:latin typeface="Microsoft YaHei"/>
              </a:defRPr>
            </a:pPr>
            <a:r>
              <a:t>监控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5623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Prometheus + Grafana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A050"/>
                </a:solidFill>
                <a:latin typeface="Microsoft YaHei"/>
              </a:defRPr>
            </a:pPr>
            <a:r>
              <a:t>CNCF 标准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5623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✅ 国产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6080760"/>
            <a:ext cx="10515600" cy="45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网络设计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双网隔离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VLAN 10 — 管理网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192.168.10.0/24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VM-01 (管理节点)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2vCPU / 4GB / 40GB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291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Microsoft YaHei"/>
              </a:defRPr>
            </a:pPr>
            <a:r>
              <a:t>Registry 镜像仓库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737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VLAN 20 — 业务网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192.168.20.0/24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VM-02 (业务节点)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2vCPU / 4GB / 40GB + 100GB 数据盘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747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Halo 博客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MySQL 8.0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Nginx (HTTPS)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Prometheus + Grafana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node_exporter + cadvisor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260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8A050"/>
                </a:solidFill>
                <a:latin typeface="Microsoft YaHei"/>
              </a:defRPr>
            </a:pPr>
            <a:r>
              <a:t>← 安全组</a:t>
            </a:r>
            <a:br/>
            <a:r>
              <a:t>   隔离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容器化部署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Docker Compose 编排 7 个服务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57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halo (博客) :8090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057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mysql (数据库) :3306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83464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nginx (代理) :80/:443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83464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prometheus (采集) :9090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02336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160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434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grafana (大盘) :3000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02336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160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434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node_exporter (主机) :9100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5212080"/>
            <a:ext cx="4754880" cy="914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A050"/>
                </a:solidFill>
                <a:latin typeface="Microsoft YaHei"/>
              </a:defRPr>
            </a:pPr>
            <a:r>
              <a:t>容器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Microsoft YaHei"/>
              </a:defRPr>
            </a:pPr>
            <a:r>
              <a:t>cadvisor (容器) :8080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5486400"/>
            <a:ext cx="6400800" cy="6400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$ docker compose up -d          ← 一条命令启动全部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现场演示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🎬 核心环节 — 6 个步骤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10515600" cy="5943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66420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SSH 登录 VM-02 → uname -m 确认 aarch64 ARM 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317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414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docker ps 检查 7 个容器状态 — 全部 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10515600" cy="5943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2186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浏览器访问 https://192.168.20.10 → 展示博客首页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8620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77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995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发布一篇测试文章 → 草稿 → 审核 → 前台可见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663440"/>
            <a:ext cx="10515600" cy="5943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77316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docker rm -f mysql → 重建容器 → 数据不丢失验证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44068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32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55040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Microsoft YaHei"/>
              </a:defRPr>
            </a:pPr>
            <a:r>
              <a:t>Grafana 监控大盘 — CPU/内存/容器实时图表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内容安全 — 审核工作流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政务合规要求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286000"/>
            <a:ext cx="2286000" cy="18288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作者发布</a:t>
            </a:r>
            <a:br/>
            <a:r>
              <a:t>(草稿)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286000"/>
            <a:ext cx="2286000" cy="182880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6517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提交审核</a:t>
            </a:r>
            <a:br/>
            <a:r>
              <a:t>(待审核)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286000"/>
            <a:ext cx="2286000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6517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审核员通过 ✅</a:t>
            </a:r>
            <a:br/>
            <a:r>
              <a:t>→ 前台可见 (已发布)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2286000"/>
            <a:ext cx="2286000" cy="18288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26517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审核员驳回 ❌</a:t>
            </a:r>
            <a:br/>
            <a:r>
              <a:t>→ 退回作者 (草稿)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30 分钟从零到上线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🔥 亮点 — 一键部署能力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1/6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检查 Docker 环境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45920"/>
            <a:ext cx="731520" cy="228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~1 分钟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2/6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拉取 ARM64 镜像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377440"/>
            <a:ext cx="3657600" cy="228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~5 分钟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3/6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生成 SSL 证书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108960"/>
            <a:ext cx="146304" cy="228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3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~10 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49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4/6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749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创建数据目录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3840480"/>
            <a:ext cx="73152" cy="228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71231" y="3749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~5 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5/6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启动 7 个容器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4572000"/>
            <a:ext cx="2194560" cy="228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~3 分钟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12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A050"/>
                </a:solidFill>
                <a:latin typeface="Microsoft YaHei"/>
              </a:defRPr>
            </a:pPr>
            <a:r>
              <a:t>6/6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等待服务就绪检查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303520"/>
            <a:ext cx="1463040" cy="2286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19" y="5212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~2 分钟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0" y="59893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总计 ~28 分钟 ✅ (目标 ≤30min)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不只是能跑，更是可维护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运维体系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474720" cy="21945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📊 监控大盘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Grafana + Prometheus</a:t>
            </a:r>
            <a:br/>
            <a:r>
              <a:t>CPU / 内存 / 容器 / 网络</a:t>
            </a:r>
            <a:br/>
            <a:r>
              <a:t>实时图表 + 告警规则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463040"/>
            <a:ext cx="3474720" cy="21945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💾 自动备份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03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backup.sh + crontab</a:t>
            </a:r>
            <a:br/>
            <a:r>
              <a:t>每日 02:00 执行</a:t>
            </a:r>
            <a:br/>
            <a:r>
              <a:t>保留最近 7 天 + 每周归档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474720" cy="21945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🔄 一键恢复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备份 → 新环境恢复</a:t>
            </a:r>
            <a:br/>
            <a:r>
              <a:t>完整验证流程</a:t>
            </a:r>
            <a:br/>
            <a:r>
              <a:t>RTO ≤ 30min / RPO ≤ 24h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3474720" cy="21945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📋 日志审计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SSH 登录日志</a:t>
            </a:r>
            <a:br/>
            <a:r>
              <a:t>命令操作记录</a:t>
            </a:r>
            <a:br/>
            <a:r>
              <a:t>保留 90 天可追溯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4023360"/>
            <a:ext cx="3474720" cy="21945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160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📸 VM 快照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6634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FusionCompute 快照</a:t>
            </a:r>
            <a:br/>
            <a:r>
              <a:t>4 个关键节点</a:t>
            </a:r>
            <a:br/>
            <a:r>
              <a:t>可随时快速回滚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性能验证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实测数据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状态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920240"/>
            <a:ext cx="10515600" cy="5943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页面响应 (95分位)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≤ 3s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2.1s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并发用户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91840"/>
            <a:ext cx="10515600" cy="5943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错误率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≥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663440"/>
            <a:ext cx="10515600" cy="5943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恢复时间 (RTO)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4754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≤ 30min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754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28min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4754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数据恢复 (RPO)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≤ 24h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Microsoft YaHei"/>
              </a:defRPr>
            </a:pPr>
            <a:r>
              <a:t>24h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A050"/>
                </a:solidFill>
                <a:latin typeface="Microsoft YaHei"/>
              </a:defRPr>
            </a:pPr>
            <a:r>
              <a:t>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安全设计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7 层防护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463040"/>
            <a:ext cx="365760" cy="3657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08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508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HTTPS 全站加密 — TLS 1.2 / 1.3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240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80 → 443 强制跳转 — HSTS 策略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26080"/>
            <a:ext cx="365760" cy="3657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71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管理网 / 业务网隔离 — 安全组拦截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657600"/>
            <a:ext cx="365760" cy="36576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数据库仅业务网可访问 — 无公网暴露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89120"/>
            <a:ext cx="365760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34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34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SSH 登录 + 命令操作审计 — 保留 90 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120640"/>
            <a:ext cx="365760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66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66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文章发布审核工作流 — 敏感信息把关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852160"/>
            <a:ext cx="365760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897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897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Microsoft YaHei"/>
              </a:defRPr>
            </a:pPr>
            <a:r>
              <a:t>容器最小权限运行 — 非 root 用户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三大核心竞争力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项目亮点总结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645920"/>
            <a:ext cx="731520" cy="137160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C6E"/>
                </a:solidFill>
                <a:latin typeface="Microsoft YaHei"/>
              </a:defRPr>
            </a:pPr>
            <a:r>
              <a:t>全栈国产化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286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鲲鹏ARM + FusionCompute + openEuler + Halo</a:t>
            </a:r>
            <a:br/>
            <a:r>
              <a:t>→ 完全自主可控，满足信创要求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291840"/>
            <a:ext cx="10058400" cy="1371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91840"/>
            <a:ext cx="731520" cy="137160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57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C6E"/>
                </a:solidFill>
                <a:latin typeface="Microsoft YaHei"/>
              </a:defRPr>
            </a:pPr>
            <a:r>
              <a:t>容器化可复制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docker compose up -d + deploy.sh</a:t>
            </a:r>
            <a:br/>
            <a:r>
              <a:t>→ 30分钟内部署到任意鲲鹏环境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937760"/>
            <a:ext cx="10058400" cy="1371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937760"/>
            <a:ext cx="731520" cy="1371600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C6E"/>
                </a:solidFill>
                <a:latin typeface="Microsoft YaHei"/>
              </a:defRPr>
            </a:pPr>
            <a:r>
              <a:t>运维完备性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577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监控 + 备份 + 恢复 + 审计 + 快照</a:t>
            </a:r>
            <a:br/>
            <a:r>
              <a:t>→ 不是"能跑就行"，是"有人维护"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交付物清单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项目文档交付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463040"/>
            <a:ext cx="5029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项目需求分析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11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基于 BRD → SRS 转化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463040"/>
            <a:ext cx="5029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系统架构设计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011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架构图 + 技术栈 + 设计决策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834640"/>
            <a:ext cx="5029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971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部署实施手册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83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从零到上线的每一步操作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834640"/>
            <a:ext cx="5029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971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运维操作手册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383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日常运维 + 故障处理 SOP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206240"/>
            <a:ext cx="5029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3434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华为项目管理模板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754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策划 / 进度 / 会议纪要 ×4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06240"/>
            <a:ext cx="5029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3434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源代码 + 脚本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754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docker-compose + deploy + backup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5577840"/>
            <a:ext cx="5029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15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A050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715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答辩 PPT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61264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本演示文档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C6E"/>
                </a:solidFill>
                <a:latin typeface="Microsoft YaHei"/>
              </a:defRPr>
            </a:pPr>
            <a:r>
              <a:t>收获与踩坑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097280" cy="27432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项目总结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💡 技术层面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ARM 架构下容器化部署完整流程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Docker Compose 多服务编排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Prometheus + Grafana 监控体系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国产化全栈技术验证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🔧 工程层面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BRD 需求 → SRS 技术转化流程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策划→执行→监控→交付项目管理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文档驱动的知识转移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Microsoft YaHei"/>
              </a:defRPr>
            </a:pPr>
            <a:r>
              <a:t>• 团队协作与分工效率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050"/>
                </a:solidFill>
                <a:latin typeface="Microsoft YaHei"/>
              </a:defRPr>
            </a:pPr>
            <a:r>
              <a:t>⚠️ 踩过的坑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Microsoft YaHei"/>
              </a:defRPr>
            </a:pPr>
            <a:r>
              <a:t>• Docker Hub 国内拉取慢 → 配置阿里云镜像加速 + 离线镜像包备份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Microsoft YaHei"/>
              </a:defRPr>
            </a:pPr>
            <a:r>
              <a:t>• ARM64 镜像兼容性 → 提前在鲲鹏环境验证所有镜像，避免 x86 假设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Microsoft YaHei"/>
              </a:defRPr>
            </a:pPr>
            <a:r>
              <a:t>• SSL 自签名证书浏览器警告 → POC 阶段可接受，生产使用 Let's Encrypt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54864"/>
          </a:xfrm>
          <a:prstGeom prst="rect">
            <a:avLst/>
          </a:prstGeom>
          <a:solidFill>
            <a:srgbClr val="C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感谢聆听，请老师指正！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A050"/>
                </a:solidFill>
                <a:latin typeface="Microsoft YaHei"/>
              </a:defRPr>
            </a:pPr>
            <a: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3C6E"/>
                </a:solidFill>
                <a:latin typeface="Microsoft YaHei"/>
              </a:defRPr>
            </a:pPr>
            <a:r>
              <a:t>政务数字门户平台 POC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基于鲲鹏ARM + 容器化的国产化解决方案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实训第4组  ·  王振光 胡翰斌 刘永涛 王浩乐  ·  2026年7月3日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